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262" r:id="rId4"/>
    <p:sldId id="263" r:id="rId5"/>
    <p:sldId id="264" r:id="rId6"/>
    <p:sldId id="265" r:id="rId7"/>
    <p:sldId id="266" r:id="rId8"/>
    <p:sldId id="269" r:id="rId9"/>
    <p:sldId id="268" r:id="rId10"/>
    <p:sldId id="257" r:id="rId11"/>
    <p:sldId id="259" r:id="rId12"/>
    <p:sldId id="260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950C6-FD9F-41D6-ABDD-4812B3B4153F}" v="11" dt="2025-01-20T15:04:1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1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 van Immerzeel" userId="7fa01722dbc575f3" providerId="LiveId" clId="{A71950C6-FD9F-41D6-ABDD-4812B3B4153F}"/>
    <pc:docChg chg="custSel addSld modSld sldOrd">
      <pc:chgData name="Kees van Immerzeel" userId="7fa01722dbc575f3" providerId="LiveId" clId="{A71950C6-FD9F-41D6-ABDD-4812B3B4153F}" dt="2025-01-20T15:10:20.164" v="298" actId="27636"/>
      <pc:docMkLst>
        <pc:docMk/>
      </pc:docMkLst>
      <pc:sldChg chg="addSp modSp new mod">
        <pc:chgData name="Kees van Immerzeel" userId="7fa01722dbc575f3" providerId="LiveId" clId="{A71950C6-FD9F-41D6-ABDD-4812B3B4153F}" dt="2025-01-20T14:52:09.721" v="5" actId="14100"/>
        <pc:sldMkLst>
          <pc:docMk/>
          <pc:sldMk cId="1590727302" sldId="260"/>
        </pc:sldMkLst>
        <pc:graphicFrameChg chg="add mod">
          <ac:chgData name="Kees van Immerzeel" userId="7fa01722dbc575f3" providerId="LiveId" clId="{A71950C6-FD9F-41D6-ABDD-4812B3B4153F}" dt="2025-01-20T14:52:02.472" v="2"/>
          <ac:graphicFrameMkLst>
            <pc:docMk/>
            <pc:sldMk cId="1590727302" sldId="260"/>
            <ac:graphicFrameMk id="2" creationId="{9C1F7328-C8CC-0697-B54C-8E93E5BBFE59}"/>
          </ac:graphicFrameMkLst>
        </pc:graphicFrameChg>
        <pc:picChg chg="add mod">
          <ac:chgData name="Kees van Immerzeel" userId="7fa01722dbc575f3" providerId="LiveId" clId="{A71950C6-FD9F-41D6-ABDD-4812B3B4153F}" dt="2025-01-20T14:52:09.721" v="5" actId="14100"/>
          <ac:picMkLst>
            <pc:docMk/>
            <pc:sldMk cId="1590727302" sldId="260"/>
            <ac:picMk id="3" creationId="{15799605-919C-1109-4419-C968AD3B175B}"/>
          </ac:picMkLst>
        </pc:picChg>
      </pc:sldChg>
      <pc:sldChg chg="addSp modSp new mod ord">
        <pc:chgData name="Kees van Immerzeel" userId="7fa01722dbc575f3" providerId="LiveId" clId="{A71950C6-FD9F-41D6-ABDD-4812B3B4153F}" dt="2025-01-20T14:57:26.602" v="38" actId="1076"/>
        <pc:sldMkLst>
          <pc:docMk/>
          <pc:sldMk cId="2307731839" sldId="261"/>
        </pc:sldMkLst>
        <pc:spChg chg="add mod">
          <ac:chgData name="Kees van Immerzeel" userId="7fa01722dbc575f3" providerId="LiveId" clId="{A71950C6-FD9F-41D6-ABDD-4812B3B4153F}" dt="2025-01-20T14:57:26.602" v="38" actId="1076"/>
          <ac:spMkLst>
            <pc:docMk/>
            <pc:sldMk cId="2307731839" sldId="261"/>
            <ac:spMk id="6" creationId="{5226CEC3-49FC-02C8-DDBC-6E848B4E9DF5}"/>
          </ac:spMkLst>
        </pc:spChg>
        <pc:picChg chg="add mod">
          <ac:chgData name="Kees van Immerzeel" userId="7fa01722dbc575f3" providerId="LiveId" clId="{A71950C6-FD9F-41D6-ABDD-4812B3B4153F}" dt="2025-01-20T14:55:11.989" v="12" actId="1076"/>
          <ac:picMkLst>
            <pc:docMk/>
            <pc:sldMk cId="2307731839" sldId="261"/>
            <ac:picMk id="3" creationId="{CD5F5C21-7C6E-F478-F58F-3A6CEAAAA440}"/>
          </ac:picMkLst>
        </pc:picChg>
        <pc:picChg chg="add mod">
          <ac:chgData name="Kees van Immerzeel" userId="7fa01722dbc575f3" providerId="LiveId" clId="{A71950C6-FD9F-41D6-ABDD-4812B3B4153F}" dt="2025-01-20T14:55:45.455" v="16" actId="1076"/>
          <ac:picMkLst>
            <pc:docMk/>
            <pc:sldMk cId="2307731839" sldId="261"/>
            <ac:picMk id="5" creationId="{174DD2EA-AEB4-D69B-CCDB-B0529057D62B}"/>
          </ac:picMkLst>
        </pc:picChg>
      </pc:sldChg>
      <pc:sldChg chg="modSp add mod">
        <pc:chgData name="Kees van Immerzeel" userId="7fa01722dbc575f3" providerId="LiveId" clId="{A71950C6-FD9F-41D6-ABDD-4812B3B4153F}" dt="2025-01-20T14:57:22.227" v="37" actId="1076"/>
        <pc:sldMkLst>
          <pc:docMk/>
          <pc:sldMk cId="4133735694" sldId="262"/>
        </pc:sldMkLst>
        <pc:spChg chg="mod">
          <ac:chgData name="Kees van Immerzeel" userId="7fa01722dbc575f3" providerId="LiveId" clId="{A71950C6-FD9F-41D6-ABDD-4812B3B4153F}" dt="2025-01-20T14:57:22.227" v="37" actId="1076"/>
          <ac:spMkLst>
            <pc:docMk/>
            <pc:sldMk cId="4133735694" sldId="262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4:56:50.216" v="31" actId="14826"/>
          <ac:picMkLst>
            <pc:docMk/>
            <pc:sldMk cId="4133735694" sldId="262"/>
            <ac:picMk id="3" creationId="{CD5F5C21-7C6E-F478-F58F-3A6CEAAAA440}"/>
          </ac:picMkLst>
        </pc:picChg>
        <pc:picChg chg="mod">
          <ac:chgData name="Kees van Immerzeel" userId="7fa01722dbc575f3" providerId="LiveId" clId="{A71950C6-FD9F-41D6-ABDD-4812B3B4153F}" dt="2025-01-20T14:57:18.866" v="36" actId="14100"/>
          <ac:picMkLst>
            <pc:docMk/>
            <pc:sldMk cId="4133735694" sldId="262"/>
            <ac:picMk id="5" creationId="{174DD2EA-AEB4-D69B-CCDB-B0529057D62B}"/>
          </ac:picMkLst>
        </pc:picChg>
      </pc:sldChg>
      <pc:sldChg chg="modSp add mod">
        <pc:chgData name="Kees van Immerzeel" userId="7fa01722dbc575f3" providerId="LiveId" clId="{A71950C6-FD9F-41D6-ABDD-4812B3B4153F}" dt="2025-01-20T14:58:46.227" v="67" actId="14100"/>
        <pc:sldMkLst>
          <pc:docMk/>
          <pc:sldMk cId="17020901" sldId="263"/>
        </pc:sldMkLst>
        <pc:spChg chg="mod">
          <ac:chgData name="Kees van Immerzeel" userId="7fa01722dbc575f3" providerId="LiveId" clId="{A71950C6-FD9F-41D6-ABDD-4812B3B4153F}" dt="2025-01-20T14:58:21.313" v="65" actId="20577"/>
          <ac:spMkLst>
            <pc:docMk/>
            <pc:sldMk cId="17020901" sldId="263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4:58:12.760" v="40" actId="14826"/>
          <ac:picMkLst>
            <pc:docMk/>
            <pc:sldMk cId="17020901" sldId="263"/>
            <ac:picMk id="3" creationId="{CD5F5C21-7C6E-F478-F58F-3A6CEAAAA440}"/>
          </ac:picMkLst>
        </pc:picChg>
        <pc:picChg chg="mod">
          <ac:chgData name="Kees van Immerzeel" userId="7fa01722dbc575f3" providerId="LiveId" clId="{A71950C6-FD9F-41D6-ABDD-4812B3B4153F}" dt="2025-01-20T14:58:46.227" v="67" actId="14100"/>
          <ac:picMkLst>
            <pc:docMk/>
            <pc:sldMk cId="17020901" sldId="263"/>
            <ac:picMk id="5" creationId="{174DD2EA-AEB4-D69B-CCDB-B0529057D62B}"/>
          </ac:picMkLst>
        </pc:picChg>
      </pc:sldChg>
      <pc:sldChg chg="modSp add mod">
        <pc:chgData name="Kees van Immerzeel" userId="7fa01722dbc575f3" providerId="LiveId" clId="{A71950C6-FD9F-41D6-ABDD-4812B3B4153F}" dt="2025-01-20T14:59:51.369" v="88" actId="1076"/>
        <pc:sldMkLst>
          <pc:docMk/>
          <pc:sldMk cId="2529483884" sldId="264"/>
        </pc:sldMkLst>
        <pc:spChg chg="mod">
          <ac:chgData name="Kees van Immerzeel" userId="7fa01722dbc575f3" providerId="LiveId" clId="{A71950C6-FD9F-41D6-ABDD-4812B3B4153F}" dt="2025-01-20T14:59:25.490" v="85" actId="20577"/>
          <ac:spMkLst>
            <pc:docMk/>
            <pc:sldMk cId="2529483884" sldId="264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4:59:17.544" v="69" actId="14826"/>
          <ac:picMkLst>
            <pc:docMk/>
            <pc:sldMk cId="2529483884" sldId="264"/>
            <ac:picMk id="3" creationId="{CD5F5C21-7C6E-F478-F58F-3A6CEAAAA440}"/>
          </ac:picMkLst>
        </pc:picChg>
        <pc:picChg chg="mod">
          <ac:chgData name="Kees van Immerzeel" userId="7fa01722dbc575f3" providerId="LiveId" clId="{A71950C6-FD9F-41D6-ABDD-4812B3B4153F}" dt="2025-01-20T14:59:51.369" v="88" actId="1076"/>
          <ac:picMkLst>
            <pc:docMk/>
            <pc:sldMk cId="2529483884" sldId="264"/>
            <ac:picMk id="5" creationId="{174DD2EA-AEB4-D69B-CCDB-B0529057D62B}"/>
          </ac:picMkLst>
        </pc:picChg>
      </pc:sldChg>
      <pc:sldChg chg="modSp add mod">
        <pc:chgData name="Kees van Immerzeel" userId="7fa01722dbc575f3" providerId="LiveId" clId="{A71950C6-FD9F-41D6-ABDD-4812B3B4153F}" dt="2025-01-20T15:00:58.106" v="105" actId="1076"/>
        <pc:sldMkLst>
          <pc:docMk/>
          <pc:sldMk cId="1032403738" sldId="265"/>
        </pc:sldMkLst>
        <pc:spChg chg="mod">
          <ac:chgData name="Kees van Immerzeel" userId="7fa01722dbc575f3" providerId="LiveId" clId="{A71950C6-FD9F-41D6-ABDD-4812B3B4153F}" dt="2025-01-20T15:00:58.106" v="105" actId="1076"/>
          <ac:spMkLst>
            <pc:docMk/>
            <pc:sldMk cId="1032403738" sldId="265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5:00:21.041" v="90" actId="14826"/>
          <ac:picMkLst>
            <pc:docMk/>
            <pc:sldMk cId="1032403738" sldId="265"/>
            <ac:picMk id="3" creationId="{CD5F5C21-7C6E-F478-F58F-3A6CEAAAA440}"/>
          </ac:picMkLst>
        </pc:picChg>
        <pc:picChg chg="mod">
          <ac:chgData name="Kees van Immerzeel" userId="7fa01722dbc575f3" providerId="LiveId" clId="{A71950C6-FD9F-41D6-ABDD-4812B3B4153F}" dt="2025-01-20T15:00:54.426" v="104" actId="1076"/>
          <ac:picMkLst>
            <pc:docMk/>
            <pc:sldMk cId="1032403738" sldId="265"/>
            <ac:picMk id="5" creationId="{174DD2EA-AEB4-D69B-CCDB-B0529057D62B}"/>
          </ac:picMkLst>
        </pc:picChg>
      </pc:sldChg>
      <pc:sldChg chg="modSp add mod">
        <pc:chgData name="Kees van Immerzeel" userId="7fa01722dbc575f3" providerId="LiveId" clId="{A71950C6-FD9F-41D6-ABDD-4812B3B4153F}" dt="2025-01-20T15:02:54.107" v="125" actId="14100"/>
        <pc:sldMkLst>
          <pc:docMk/>
          <pc:sldMk cId="4014005416" sldId="266"/>
        </pc:sldMkLst>
        <pc:spChg chg="mod">
          <ac:chgData name="Kees van Immerzeel" userId="7fa01722dbc575f3" providerId="LiveId" clId="{A71950C6-FD9F-41D6-ABDD-4812B3B4153F}" dt="2025-01-20T15:02:49.971" v="123" actId="1076"/>
          <ac:spMkLst>
            <pc:docMk/>
            <pc:sldMk cId="4014005416" sldId="266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5:02:10.597" v="107" actId="14826"/>
          <ac:picMkLst>
            <pc:docMk/>
            <pc:sldMk cId="4014005416" sldId="266"/>
            <ac:picMk id="3" creationId="{CD5F5C21-7C6E-F478-F58F-3A6CEAAAA440}"/>
          </ac:picMkLst>
        </pc:picChg>
        <pc:picChg chg="mod">
          <ac:chgData name="Kees van Immerzeel" userId="7fa01722dbc575f3" providerId="LiveId" clId="{A71950C6-FD9F-41D6-ABDD-4812B3B4153F}" dt="2025-01-20T15:02:54.107" v="125" actId="14100"/>
          <ac:picMkLst>
            <pc:docMk/>
            <pc:sldMk cId="4014005416" sldId="266"/>
            <ac:picMk id="5" creationId="{174DD2EA-AEB4-D69B-CCDB-B0529057D62B}"/>
          </ac:picMkLst>
        </pc:picChg>
      </pc:sldChg>
      <pc:sldChg chg="modSp new mod ord">
        <pc:chgData name="Kees van Immerzeel" userId="7fa01722dbc575f3" providerId="LiveId" clId="{A71950C6-FD9F-41D6-ABDD-4812B3B4153F}" dt="2025-01-20T15:03:51.372" v="148" actId="20577"/>
        <pc:sldMkLst>
          <pc:docMk/>
          <pc:sldMk cId="2671281220" sldId="267"/>
        </pc:sldMkLst>
        <pc:spChg chg="mod">
          <ac:chgData name="Kees van Immerzeel" userId="7fa01722dbc575f3" providerId="LiveId" clId="{A71950C6-FD9F-41D6-ABDD-4812B3B4153F}" dt="2025-01-20T15:03:51.372" v="148" actId="20577"/>
          <ac:spMkLst>
            <pc:docMk/>
            <pc:sldMk cId="2671281220" sldId="267"/>
            <ac:spMk id="2" creationId="{A53917D6-BA4D-7516-6C03-8F3B1012D3CD}"/>
          </ac:spMkLst>
        </pc:spChg>
      </pc:sldChg>
      <pc:sldChg chg="modSp add mod">
        <pc:chgData name="Kees van Immerzeel" userId="7fa01722dbc575f3" providerId="LiveId" clId="{A71950C6-FD9F-41D6-ABDD-4812B3B4153F}" dt="2025-01-20T15:10:20.164" v="298" actId="27636"/>
        <pc:sldMkLst>
          <pc:docMk/>
          <pc:sldMk cId="1346098509" sldId="268"/>
        </pc:sldMkLst>
        <pc:spChg chg="mod">
          <ac:chgData name="Kees van Immerzeel" userId="7fa01722dbc575f3" providerId="LiveId" clId="{A71950C6-FD9F-41D6-ABDD-4812B3B4153F}" dt="2025-01-20T15:10:20.164" v="298" actId="27636"/>
          <ac:spMkLst>
            <pc:docMk/>
            <pc:sldMk cId="1346098509" sldId="268"/>
            <ac:spMk id="2" creationId="{A53917D6-BA4D-7516-6C03-8F3B1012D3CD}"/>
          </ac:spMkLst>
        </pc:spChg>
      </pc:sldChg>
      <pc:sldChg chg="addSp delSp modSp add mod">
        <pc:chgData name="Kees van Immerzeel" userId="7fa01722dbc575f3" providerId="LiveId" clId="{A71950C6-FD9F-41D6-ABDD-4812B3B4153F}" dt="2025-01-20T15:06:13.155" v="181" actId="1076"/>
        <pc:sldMkLst>
          <pc:docMk/>
          <pc:sldMk cId="154401756" sldId="269"/>
        </pc:sldMkLst>
        <pc:spChg chg="mod">
          <ac:chgData name="Kees van Immerzeel" userId="7fa01722dbc575f3" providerId="LiveId" clId="{A71950C6-FD9F-41D6-ABDD-4812B3B4153F}" dt="2025-01-20T15:04:49.310" v="175" actId="20577"/>
          <ac:spMkLst>
            <pc:docMk/>
            <pc:sldMk cId="154401756" sldId="269"/>
            <ac:spMk id="6" creationId="{5226CEC3-49FC-02C8-DDBC-6E848B4E9DF5}"/>
          </ac:spMkLst>
        </pc:spChg>
        <pc:picChg chg="mod">
          <ac:chgData name="Kees van Immerzeel" userId="7fa01722dbc575f3" providerId="LiveId" clId="{A71950C6-FD9F-41D6-ABDD-4812B3B4153F}" dt="2025-01-20T15:04:43.576" v="162" actId="14826"/>
          <ac:picMkLst>
            <pc:docMk/>
            <pc:sldMk cId="154401756" sldId="269"/>
            <ac:picMk id="3" creationId="{CD5F5C21-7C6E-F478-F58F-3A6CEAAAA440}"/>
          </ac:picMkLst>
        </pc:picChg>
        <pc:picChg chg="add mod">
          <ac:chgData name="Kees van Immerzeel" userId="7fa01722dbc575f3" providerId="LiveId" clId="{A71950C6-FD9F-41D6-ABDD-4812B3B4153F}" dt="2025-01-20T15:06:13.155" v="181" actId="1076"/>
          <ac:picMkLst>
            <pc:docMk/>
            <pc:sldMk cId="154401756" sldId="269"/>
            <ac:picMk id="4" creationId="{5699C92B-E5AA-8756-D74D-BBBD13BF9209}"/>
          </ac:picMkLst>
        </pc:picChg>
        <pc:picChg chg="del">
          <ac:chgData name="Kees van Immerzeel" userId="7fa01722dbc575f3" providerId="LiveId" clId="{A71950C6-FD9F-41D6-ABDD-4812B3B4153F}" dt="2025-01-20T15:04:52.645" v="176" actId="478"/>
          <ac:picMkLst>
            <pc:docMk/>
            <pc:sldMk cId="154401756" sldId="269"/>
            <ac:picMk id="5" creationId="{174DD2EA-AEB4-D69B-CCDB-B0529057D6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3E3B7-02FA-9EC1-9EAE-08858F4C5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6BCB78C-5E28-08D1-1AA0-892AA74A9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D0C6A3F-4662-BF1E-DF22-AA220B8C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D60E3B3-B374-A652-E569-18577310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C5F1FC-47E9-938A-5E0A-A7D37D77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394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306EC-5372-DC04-DD71-E96A6D0E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6C5B98-51A7-0B66-3440-0BD69313D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C285341-EBB1-B6BA-0D5D-CD1CDF7C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55D8F8-F4C0-E47B-B65D-CC5264C7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21B566-5396-45AE-82E9-50E3191C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938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A5CFE-58FD-5CDB-4AED-4A40276E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0FE5DD-C479-F779-C8A2-8330DE24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DE5FBF-6D7C-2646-C46E-DE8B5C5D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09224E-BC9E-B7E7-0831-8B7A0D1A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BE8F307-9B6B-00DC-DC7B-117201DB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0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FEFF8-1750-082F-90F7-F3D15C20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284B61-18D2-3486-1AB1-5D19BB916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2A4FA39-D825-8AE8-EF4D-7FA826C3C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55E69F6-9683-1B72-29C0-A5C6B503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5937027-5810-0D3D-273C-12F660B6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05BF4CA-9D0F-B03E-0616-C5EBB9C3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339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F3B17-025E-1FD7-8FCE-05E3630E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B8580B-91E0-936C-D040-1236288F4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49C3A0B-2838-6D0F-B9FD-1BBACDD68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B9C7F08-B235-1A6E-C1EE-165987FE2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00A2800-805F-267D-DE95-A099596D5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4ABF69C-8509-F93F-0D21-6BB27A1D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3A2E1B2-6193-788D-30F0-161D52B8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FCF653D-94C9-0F29-4E1A-9920DD6F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45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73429-E4B7-6D61-CEA1-B4AFD6A6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0584251-39C1-C6E3-6635-D83999A0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A1E37AC-501B-55DE-A2E9-CF11F4DE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1803067-D157-253E-DC24-B187345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32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E2419E3-B48A-3C56-F5E5-22FF3EF7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B45759D-FF8F-C6EE-21D8-D58E00E0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583D80-E5C8-5002-CC87-FDA8C76D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174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BAE45-C018-D4D3-9C68-FD9048B3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E629ED-5E3A-5C62-EA65-60EF5DFE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558D005-E417-D8D2-1A39-2894BBD51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8CFC4D7-1F2B-2433-BFD7-329199B6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257CE5E-BE76-10B1-FE52-B1CA0C17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106B84C-058F-2BB3-5F8B-AD7A5300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968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7C472-DFBD-CCE0-8B3B-62CAFE66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084E88B-C8F8-3F30-5363-0DEBB8AF5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35BE562-E43E-4D01-6178-E2FB0B15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DA47160-F792-1677-6DEE-AC1FAF81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6DDF178-1BFF-4659-BF91-8ABAFCFC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49B3CA9-7C1A-110F-8CC8-F3046053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152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1C4951-3434-A22A-DE88-E0CD867A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561B40B-6928-7883-1736-722352FD9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74B94B6-EDB8-5F10-1FF2-CE4C1AA0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C4D3C4-651B-4595-6848-7FFF97C9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E1DED63-717C-154B-77AB-DD4DAF5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525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C9C1E7D-A62E-6586-769B-A36C52ABE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C7FDBB3-CB94-B93E-8DCA-A8AAEEC5B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6142479-1178-24E6-38B1-F081A8EB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F2CD2CA-61BC-F27B-C19D-8A58D9E9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A56DE1-0211-BAE5-02FF-8CE10A8C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89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81CE0F5-2B84-4480-5EB2-22691523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DE19302-B342-E2EB-B071-9404A9EAF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BAE898-F19D-28A7-04E1-17946383F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15DEA-E2FE-436C-862B-1D25A159CAF9}" type="datetimeFigureOut">
              <a:rPr lang="nl-NL" smtClean="0"/>
              <a:t>20-1-2025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E102CD6-CAFF-44BE-FC33-C853C39D7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652AE19-28A2-57F7-39D9-54C49EFFE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3F464-FF60-4560-BBEF-9FCA7CACAAC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184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917D6-BA4D-7516-6C03-8F3B1012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SCS-methode: input</a:t>
            </a:r>
          </a:p>
        </p:txBody>
      </p:sp>
    </p:spTree>
    <p:extLst>
      <p:ext uri="{BB962C8B-B14F-4D97-AF65-F5344CB8AC3E}">
        <p14:creationId xmlns:p14="http://schemas.microsoft.com/office/powerpoint/2010/main" val="267128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4" y="266061"/>
            <a:ext cx="3227197" cy="632587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434" y="5036543"/>
            <a:ext cx="1193248" cy="147962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742434" y="4257126"/>
            <a:ext cx="2259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Bofek code</a:t>
            </a:r>
          </a:p>
        </p:txBody>
      </p:sp>
    </p:spTree>
    <p:extLst>
      <p:ext uri="{BB962C8B-B14F-4D97-AF65-F5344CB8AC3E}">
        <p14:creationId xmlns:p14="http://schemas.microsoft.com/office/powerpoint/2010/main" val="230773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128" y="266061"/>
            <a:ext cx="3219928" cy="632587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6435" y="4605477"/>
            <a:ext cx="1478896" cy="1910691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620193" y="3758363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GHG</a:t>
            </a:r>
          </a:p>
        </p:txBody>
      </p:sp>
    </p:spTree>
    <p:extLst>
      <p:ext uri="{BB962C8B-B14F-4D97-AF65-F5344CB8AC3E}">
        <p14:creationId xmlns:p14="http://schemas.microsoft.com/office/powerpoint/2010/main" val="413373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128" y="393263"/>
            <a:ext cx="3219928" cy="60714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6435" y="5245330"/>
            <a:ext cx="1137242" cy="901949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620193" y="3758363"/>
            <a:ext cx="2591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Buisdrainage</a:t>
            </a:r>
          </a:p>
        </p:txBody>
      </p:sp>
    </p:spTree>
    <p:extLst>
      <p:ext uri="{BB962C8B-B14F-4D97-AF65-F5344CB8AC3E}">
        <p14:creationId xmlns:p14="http://schemas.microsoft.com/office/powerpoint/2010/main" val="1702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753" y="393263"/>
            <a:ext cx="3066678" cy="60714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2002" y="4700928"/>
            <a:ext cx="723496" cy="1600042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620193" y="3758363"/>
            <a:ext cx="3205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Grondwatertrap</a:t>
            </a:r>
          </a:p>
        </p:txBody>
      </p:sp>
    </p:spTree>
    <p:extLst>
      <p:ext uri="{BB962C8B-B14F-4D97-AF65-F5344CB8AC3E}">
        <p14:creationId xmlns:p14="http://schemas.microsoft.com/office/powerpoint/2010/main" val="252948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245" y="393263"/>
            <a:ext cx="3059694" cy="60714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0193" y="5278582"/>
            <a:ext cx="3465850" cy="1111459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512127" y="4531447"/>
            <a:ext cx="2487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Landgebruik</a:t>
            </a:r>
          </a:p>
        </p:txBody>
      </p:sp>
    </p:spTree>
    <p:extLst>
      <p:ext uri="{BB962C8B-B14F-4D97-AF65-F5344CB8AC3E}">
        <p14:creationId xmlns:p14="http://schemas.microsoft.com/office/powerpoint/2010/main" val="103240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648" y="393263"/>
            <a:ext cx="3052888" cy="60714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74DD2EA-AEB4-D69B-CCDB-B0529057D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3738" y="4524794"/>
            <a:ext cx="1340153" cy="1939943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600403" y="3725113"/>
            <a:ext cx="2737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Terreinhelling</a:t>
            </a:r>
          </a:p>
        </p:txBody>
      </p:sp>
    </p:spTree>
    <p:extLst>
      <p:ext uri="{BB962C8B-B14F-4D97-AF65-F5344CB8AC3E}">
        <p14:creationId xmlns:p14="http://schemas.microsoft.com/office/powerpoint/2010/main" val="401400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D5F5C21-7C6E-F478-F58F-3A6CEAAA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943" y="393263"/>
            <a:ext cx="3032298" cy="6071474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226CEC3-49FC-02C8-DDBC-6E848B4E9DF5}"/>
              </a:ext>
            </a:extLst>
          </p:cNvPr>
          <p:cNvSpPr txBox="1"/>
          <p:nvPr/>
        </p:nvSpPr>
        <p:spPr>
          <a:xfrm>
            <a:off x="3600403" y="3725113"/>
            <a:ext cx="2920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Afgelegde weg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699C92B-E5AA-8756-D74D-BBBD13BF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03" y="4602432"/>
            <a:ext cx="1189806" cy="186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917D6-BA4D-7516-6C03-8F3B1012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03508"/>
          </a:xfrm>
        </p:spPr>
        <p:txBody>
          <a:bodyPr>
            <a:normAutofit/>
          </a:bodyPr>
          <a:lstStyle/>
          <a:p>
            <a:r>
              <a:rPr lang="nl-NL" dirty="0"/>
              <a:t>SCS-methode: output</a:t>
            </a:r>
            <a:br>
              <a:rPr lang="nl-NL" dirty="0"/>
            </a:br>
            <a:r>
              <a:rPr lang="nl-NL" sz="2700" dirty="0"/>
              <a:t>Bui met duur van 2 uur en</a:t>
            </a:r>
            <a:br>
              <a:rPr lang="nl-NL" sz="2700" dirty="0"/>
            </a:br>
            <a:r>
              <a:rPr lang="nl-NL" sz="2700" dirty="0"/>
              <a:t>Herhalingstijd 1x per 100 jaar</a:t>
            </a:r>
            <a:br>
              <a:rPr lang="nl-NL" sz="2700" dirty="0"/>
            </a:br>
            <a:r>
              <a:rPr lang="nl-NL" sz="2700" dirty="0"/>
              <a:t>Wintersituatie</a:t>
            </a:r>
          </a:p>
        </p:txBody>
      </p:sp>
    </p:spTree>
    <p:extLst>
      <p:ext uri="{BB962C8B-B14F-4D97-AF65-F5344CB8AC3E}">
        <p14:creationId xmlns:p14="http://schemas.microsoft.com/office/powerpoint/2010/main" val="134609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11">
            <a:extLst>
              <a:ext uri="{FF2B5EF4-FFF2-40B4-BE49-F238E27FC236}">
                <a16:creationId xmlns:a16="http://schemas.microsoft.com/office/drawing/2014/main" id="{2974B8B4-AA1E-2160-2E8F-061D2E9998E0}"/>
              </a:ext>
            </a:extLst>
          </p:cNvPr>
          <p:cNvGrpSpPr/>
          <p:nvPr/>
        </p:nvGrpSpPr>
        <p:grpSpPr>
          <a:xfrm>
            <a:off x="0" y="74591"/>
            <a:ext cx="3490262" cy="6610344"/>
            <a:chOff x="0" y="74591"/>
            <a:chExt cx="3490262" cy="6610344"/>
          </a:xfrm>
        </p:grpSpPr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CFEEA79A-82EE-BB69-3760-E50BDB29E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74591"/>
              <a:ext cx="3490262" cy="6610344"/>
            </a:xfrm>
            <a:prstGeom prst="rect">
              <a:avLst/>
            </a:prstGeom>
          </p:spPr>
        </p:pic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97EE7A6A-ECB4-151C-62C3-D90BD2A4B1C7}"/>
                </a:ext>
              </a:extLst>
            </p:cNvPr>
            <p:cNvSpPr txBox="1"/>
            <p:nvPr/>
          </p:nvSpPr>
          <p:spPr>
            <a:xfrm>
              <a:off x="0" y="166255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t=1 u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008A9B5D-650B-5807-0230-A7FAC0AEBF60}"/>
              </a:ext>
            </a:extLst>
          </p:cNvPr>
          <p:cNvGrpSpPr/>
          <p:nvPr/>
        </p:nvGrpSpPr>
        <p:grpSpPr>
          <a:xfrm>
            <a:off x="3605420" y="98474"/>
            <a:ext cx="3433654" cy="6759526"/>
            <a:chOff x="2380352" y="49237"/>
            <a:chExt cx="3433654" cy="6759526"/>
          </a:xfrm>
        </p:grpSpPr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089AA6C6-DDEE-F1BA-993F-E55ABE449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80352" y="49237"/>
              <a:ext cx="3433654" cy="6759526"/>
            </a:xfrm>
            <a:prstGeom prst="rect">
              <a:avLst/>
            </a:prstGeom>
          </p:spPr>
        </p:pic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D453B094-A3B3-C718-ED59-79A86F2424FF}"/>
                </a:ext>
              </a:extLst>
            </p:cNvPr>
            <p:cNvSpPr txBox="1"/>
            <p:nvPr/>
          </p:nvSpPr>
          <p:spPr>
            <a:xfrm>
              <a:off x="2625302" y="79978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t=2 u</a:t>
              </a:r>
            </a:p>
          </p:txBody>
        </p:sp>
      </p:grpSp>
      <p:grpSp>
        <p:nvGrpSpPr>
          <p:cNvPr id="14" name="Groep 13">
            <a:extLst>
              <a:ext uri="{FF2B5EF4-FFF2-40B4-BE49-F238E27FC236}">
                <a16:creationId xmlns:a16="http://schemas.microsoft.com/office/drawing/2014/main" id="{FBC2AFFF-C395-320F-35F7-6693DA22D28F}"/>
              </a:ext>
            </a:extLst>
          </p:cNvPr>
          <p:cNvGrpSpPr/>
          <p:nvPr/>
        </p:nvGrpSpPr>
        <p:grpSpPr>
          <a:xfrm>
            <a:off x="7075802" y="98474"/>
            <a:ext cx="3429297" cy="6308597"/>
            <a:chOff x="4882013" y="102252"/>
            <a:chExt cx="3429297" cy="6308597"/>
          </a:xfrm>
        </p:grpSpPr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017BA7C9-C513-FEB2-3BD1-BA3BBC145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82013" y="447151"/>
              <a:ext cx="3429297" cy="5963698"/>
            </a:xfrm>
            <a:prstGeom prst="rect">
              <a:avLst/>
            </a:prstGeom>
          </p:spPr>
        </p:pic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EAE87C84-2FD1-19CB-9F06-BC90DF1839FA}"/>
                </a:ext>
              </a:extLst>
            </p:cNvPr>
            <p:cNvSpPr txBox="1"/>
            <p:nvPr/>
          </p:nvSpPr>
          <p:spPr>
            <a:xfrm>
              <a:off x="5032382" y="102252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t=4 u</a:t>
              </a:r>
            </a:p>
          </p:txBody>
        </p:sp>
      </p:grpSp>
      <p:pic>
        <p:nvPicPr>
          <p:cNvPr id="4" name="Afbeelding 3">
            <a:extLst>
              <a:ext uri="{FF2B5EF4-FFF2-40B4-BE49-F238E27FC236}">
                <a16:creationId xmlns:a16="http://schemas.microsoft.com/office/drawing/2014/main" id="{54A9BEEE-1033-DF37-CF03-9AFEC46E8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4614" y="4186171"/>
            <a:ext cx="1346253" cy="2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3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11">
            <a:extLst>
              <a:ext uri="{FF2B5EF4-FFF2-40B4-BE49-F238E27FC236}">
                <a16:creationId xmlns:a16="http://schemas.microsoft.com/office/drawing/2014/main" id="{2974B8B4-AA1E-2160-2E8F-061D2E9998E0}"/>
              </a:ext>
            </a:extLst>
          </p:cNvPr>
          <p:cNvGrpSpPr/>
          <p:nvPr/>
        </p:nvGrpSpPr>
        <p:grpSpPr>
          <a:xfrm>
            <a:off x="0" y="184666"/>
            <a:ext cx="3490262" cy="6422061"/>
            <a:chOff x="0" y="166255"/>
            <a:chExt cx="3490262" cy="6422061"/>
          </a:xfrm>
        </p:grpSpPr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CFEEA79A-82EE-BB69-3760-E50BDB29E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71210"/>
              <a:ext cx="3490262" cy="6417106"/>
            </a:xfrm>
            <a:prstGeom prst="rect">
              <a:avLst/>
            </a:prstGeom>
          </p:spPr>
        </p:pic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97EE7A6A-ECB4-151C-62C3-D90BD2A4B1C7}"/>
                </a:ext>
              </a:extLst>
            </p:cNvPr>
            <p:cNvSpPr txBox="1"/>
            <p:nvPr/>
          </p:nvSpPr>
          <p:spPr>
            <a:xfrm>
              <a:off x="0" y="166255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t=7 u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008A9B5D-650B-5807-0230-A7FAC0AEBF60}"/>
              </a:ext>
            </a:extLst>
          </p:cNvPr>
          <p:cNvGrpSpPr/>
          <p:nvPr/>
        </p:nvGrpSpPr>
        <p:grpSpPr>
          <a:xfrm>
            <a:off x="3490262" y="98474"/>
            <a:ext cx="3372098" cy="6759526"/>
            <a:chOff x="2411130" y="49237"/>
            <a:chExt cx="3372098" cy="6759526"/>
          </a:xfrm>
        </p:grpSpPr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089AA6C6-DDEE-F1BA-993F-E55ABE449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11130" y="49237"/>
              <a:ext cx="3372098" cy="6759526"/>
            </a:xfrm>
            <a:prstGeom prst="rect">
              <a:avLst/>
            </a:prstGeom>
          </p:spPr>
        </p:pic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D453B094-A3B3-C718-ED59-79A86F2424FF}"/>
                </a:ext>
              </a:extLst>
            </p:cNvPr>
            <p:cNvSpPr txBox="1"/>
            <p:nvPr/>
          </p:nvSpPr>
          <p:spPr>
            <a:xfrm>
              <a:off x="2625302" y="79978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t=12 u</a:t>
              </a:r>
            </a:p>
          </p:txBody>
        </p:sp>
      </p:grpSp>
      <p:grpSp>
        <p:nvGrpSpPr>
          <p:cNvPr id="14" name="Groep 13">
            <a:extLst>
              <a:ext uri="{FF2B5EF4-FFF2-40B4-BE49-F238E27FC236}">
                <a16:creationId xmlns:a16="http://schemas.microsoft.com/office/drawing/2014/main" id="{FBC2AFFF-C395-320F-35F7-6693DA22D28F}"/>
              </a:ext>
            </a:extLst>
          </p:cNvPr>
          <p:cNvGrpSpPr/>
          <p:nvPr/>
        </p:nvGrpSpPr>
        <p:grpSpPr>
          <a:xfrm>
            <a:off x="6868286" y="129215"/>
            <a:ext cx="3258515" cy="6308597"/>
            <a:chOff x="4967404" y="102252"/>
            <a:chExt cx="3258515" cy="6308597"/>
          </a:xfrm>
        </p:grpSpPr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017BA7C9-C513-FEB2-3BD1-BA3BBC145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67404" y="447151"/>
              <a:ext cx="3258515" cy="5963698"/>
            </a:xfrm>
            <a:prstGeom prst="rect">
              <a:avLst/>
            </a:prstGeom>
          </p:spPr>
        </p:pic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EAE87C84-2FD1-19CB-9F06-BC90DF1839FA}"/>
                </a:ext>
              </a:extLst>
            </p:cNvPr>
            <p:cNvSpPr txBox="1"/>
            <p:nvPr/>
          </p:nvSpPr>
          <p:spPr>
            <a:xfrm>
              <a:off x="5032382" y="102252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t=24 u</a:t>
              </a:r>
            </a:p>
          </p:txBody>
        </p:sp>
      </p:grpSp>
      <p:pic>
        <p:nvPicPr>
          <p:cNvPr id="4" name="Afbeelding 3">
            <a:extLst>
              <a:ext uri="{FF2B5EF4-FFF2-40B4-BE49-F238E27FC236}">
                <a16:creationId xmlns:a16="http://schemas.microsoft.com/office/drawing/2014/main" id="{1DEC3CBB-3A28-D2B5-7A89-B1D863BF8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294" y="3499657"/>
            <a:ext cx="1778015" cy="33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13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5799605-919C-1109-4419-C968AD3B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943" y="644236"/>
            <a:ext cx="8512330" cy="511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2730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</Words>
  <Application>Microsoft Office PowerPoint</Application>
  <PresentationFormat>Breedbeeld</PresentationFormat>
  <Paragraphs>15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Kantoorthema</vt:lpstr>
      <vt:lpstr>SCS-methode: input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SCS-methode: output Bui met duur van 2 uur en Herhalingstijd 1x per 100 jaar Wintersituatie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Immerzeel, Kees van</dc:creator>
  <cp:lastModifiedBy>Immerzeel, Kees van</cp:lastModifiedBy>
  <cp:revision>3</cp:revision>
  <dcterms:created xsi:type="dcterms:W3CDTF">2025-01-16T15:32:29Z</dcterms:created>
  <dcterms:modified xsi:type="dcterms:W3CDTF">2025-01-20T15:10:23Z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f08ec5-d6d9-4227-8387-ccbfcb3632c4_Enabled">
    <vt:lpwstr>true</vt:lpwstr>
  </property>
  <property fmtid="{D5CDD505-2E9C-101B-9397-08002B2CF9AE}" pid="3" name="MSIP_Label_43f08ec5-d6d9-4227-8387-ccbfcb3632c4_SetDate">
    <vt:lpwstr>2025-01-16T15:38:18Z</vt:lpwstr>
  </property>
  <property fmtid="{D5CDD505-2E9C-101B-9397-08002B2CF9AE}" pid="4" name="MSIP_Label_43f08ec5-d6d9-4227-8387-ccbfcb3632c4_Method">
    <vt:lpwstr>Standard</vt:lpwstr>
  </property>
  <property fmtid="{D5CDD505-2E9C-101B-9397-08002B2CF9AE}" pid="5" name="MSIP_Label_43f08ec5-d6d9-4227-8387-ccbfcb3632c4_Name">
    <vt:lpwstr>Sweco Restricted</vt:lpwstr>
  </property>
  <property fmtid="{D5CDD505-2E9C-101B-9397-08002B2CF9AE}" pid="6" name="MSIP_Label_43f08ec5-d6d9-4227-8387-ccbfcb3632c4_SiteId">
    <vt:lpwstr>b7872ef0-9a00-4c18-8a4a-c7d25c778a9e</vt:lpwstr>
  </property>
  <property fmtid="{D5CDD505-2E9C-101B-9397-08002B2CF9AE}" pid="7" name="MSIP_Label_43f08ec5-d6d9-4227-8387-ccbfcb3632c4_ActionId">
    <vt:lpwstr>288c21bd-02ee-4f2b-b37a-1b19035189ad</vt:lpwstr>
  </property>
  <property fmtid="{D5CDD505-2E9C-101B-9397-08002B2CF9AE}" pid="8" name="MSIP_Label_43f08ec5-d6d9-4227-8387-ccbfcb3632c4_ContentBits">
    <vt:lpwstr>0</vt:lpwstr>
  </property>
</Properties>
</file>