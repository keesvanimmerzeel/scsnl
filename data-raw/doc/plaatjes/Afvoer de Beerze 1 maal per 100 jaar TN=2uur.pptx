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1" r:id="rId3"/>
    <p:sldId id="262" r:id="rId4"/>
    <p:sldId id="263" r:id="rId5"/>
    <p:sldId id="264" r:id="rId6"/>
    <p:sldId id="265" r:id="rId7"/>
    <p:sldId id="266" r:id="rId8"/>
    <p:sldId id="269" r:id="rId9"/>
    <p:sldId id="268" r:id="rId10"/>
    <p:sldId id="257" r:id="rId11"/>
    <p:sldId id="259" r:id="rId12"/>
    <p:sldId id="260" r:id="rId13"/>
    <p:sldId id="270" r:id="rId1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1950C6-FD9F-41D6-ABDD-4812B3B4153F}" v="13" dt="2025-01-21T16:34:10.6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6" y="5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s van Immerzeel" userId="7fa01722dbc575f3" providerId="LiveId" clId="{A71950C6-FD9F-41D6-ABDD-4812B3B4153F}"/>
    <pc:docChg chg="undo custSel addSld modSld">
      <pc:chgData name="Kees van Immerzeel" userId="7fa01722dbc575f3" providerId="LiveId" clId="{A71950C6-FD9F-41D6-ABDD-4812B3B4153F}" dt="2025-01-21T16:35:23.539" v="148" actId="1076"/>
      <pc:docMkLst>
        <pc:docMk/>
      </pc:docMkLst>
      <pc:sldChg chg="addSp delSp modSp mod">
        <pc:chgData name="Kees van Immerzeel" userId="7fa01722dbc575f3" providerId="LiveId" clId="{A71950C6-FD9F-41D6-ABDD-4812B3B4153F}" dt="2025-01-21T16:35:23.539" v="148" actId="1076"/>
        <pc:sldMkLst>
          <pc:docMk/>
          <pc:sldMk cId="1627134945" sldId="257"/>
        </pc:sldMkLst>
        <pc:spChg chg="mod">
          <ac:chgData name="Kees van Immerzeel" userId="7fa01722dbc575f3" providerId="LiveId" clId="{A71950C6-FD9F-41D6-ABDD-4812B3B4153F}" dt="2025-01-21T09:40:49.948" v="1" actId="20577"/>
          <ac:spMkLst>
            <pc:docMk/>
            <pc:sldMk cId="1627134945" sldId="257"/>
            <ac:spMk id="7" creationId="{97EE7A6A-ECB4-151C-62C3-D90BD2A4B1C7}"/>
          </ac:spMkLst>
        </pc:spChg>
        <pc:spChg chg="mod">
          <ac:chgData name="Kees van Immerzeel" userId="7fa01722dbc575f3" providerId="LiveId" clId="{A71950C6-FD9F-41D6-ABDD-4812B3B4153F}" dt="2025-01-21T09:40:53.811" v="4" actId="20577"/>
          <ac:spMkLst>
            <pc:docMk/>
            <pc:sldMk cId="1627134945" sldId="257"/>
            <ac:spMk id="8" creationId="{D453B094-A3B3-C718-ED59-79A86F2424FF}"/>
          </ac:spMkLst>
        </pc:spChg>
        <pc:spChg chg="mod">
          <ac:chgData name="Kees van Immerzeel" userId="7fa01722dbc575f3" providerId="LiveId" clId="{A71950C6-FD9F-41D6-ABDD-4812B3B4153F}" dt="2025-01-21T09:41:03.829" v="7" actId="20577"/>
          <ac:spMkLst>
            <pc:docMk/>
            <pc:sldMk cId="1627134945" sldId="257"/>
            <ac:spMk id="9" creationId="{EAE87C84-2FD1-19CB-9F06-BC90DF1839FA}"/>
          </ac:spMkLst>
        </pc:spChg>
        <pc:grpChg chg="mod">
          <ac:chgData name="Kees van Immerzeel" userId="7fa01722dbc575f3" providerId="LiveId" clId="{A71950C6-FD9F-41D6-ABDD-4812B3B4153F}" dt="2025-01-21T16:34:33.073" v="141" actId="1076"/>
          <ac:grpSpMkLst>
            <pc:docMk/>
            <pc:sldMk cId="1627134945" sldId="257"/>
            <ac:grpSpMk id="12" creationId="{2974B8B4-AA1E-2160-2E8F-061D2E9998E0}"/>
          </ac:grpSpMkLst>
        </pc:grpChg>
        <pc:grpChg chg="mod">
          <ac:chgData name="Kees van Immerzeel" userId="7fa01722dbc575f3" providerId="LiveId" clId="{A71950C6-FD9F-41D6-ABDD-4812B3B4153F}" dt="2025-01-21T16:33:49.374" v="132" actId="1076"/>
          <ac:grpSpMkLst>
            <pc:docMk/>
            <pc:sldMk cId="1627134945" sldId="257"/>
            <ac:grpSpMk id="13" creationId="{008A9B5D-650B-5807-0230-A7FAC0AEBF60}"/>
          </ac:grpSpMkLst>
        </pc:grpChg>
        <pc:grpChg chg="mod">
          <ac:chgData name="Kees van Immerzeel" userId="7fa01722dbc575f3" providerId="LiveId" clId="{A71950C6-FD9F-41D6-ABDD-4812B3B4153F}" dt="2025-01-21T16:35:23.539" v="148" actId="1076"/>
          <ac:grpSpMkLst>
            <pc:docMk/>
            <pc:sldMk cId="1627134945" sldId="257"/>
            <ac:grpSpMk id="14" creationId="{FBC2AFFF-C395-320F-35F7-6693DA22D28F}"/>
          </ac:grpSpMkLst>
        </pc:grpChg>
        <pc:picChg chg="add del mod">
          <ac:chgData name="Kees van Immerzeel" userId="7fa01722dbc575f3" providerId="LiveId" clId="{A71950C6-FD9F-41D6-ABDD-4812B3B4153F}" dt="2025-01-21T16:35:12.912" v="147" actId="478"/>
          <ac:picMkLst>
            <pc:docMk/>
            <pc:sldMk cId="1627134945" sldId="257"/>
            <ac:picMk id="2" creationId="{6F55EA57-9ABE-0E51-C483-3CAECC149D06}"/>
          </ac:picMkLst>
        </pc:picChg>
        <pc:picChg chg="mod">
          <ac:chgData name="Kees van Immerzeel" userId="7fa01722dbc575f3" providerId="LiveId" clId="{A71950C6-FD9F-41D6-ABDD-4812B3B4153F}" dt="2025-01-21T09:43:26.263" v="18" actId="14826"/>
          <ac:picMkLst>
            <pc:docMk/>
            <pc:sldMk cId="1627134945" sldId="257"/>
            <ac:picMk id="3" creationId="{089AA6C6-DDEE-F1BA-993F-E55ABE449FCE}"/>
          </ac:picMkLst>
        </pc:picChg>
        <pc:picChg chg="mod">
          <ac:chgData name="Kees van Immerzeel" userId="7fa01722dbc575f3" providerId="LiveId" clId="{A71950C6-FD9F-41D6-ABDD-4812B3B4153F}" dt="2025-01-21T16:34:56.533" v="144" actId="14100"/>
          <ac:picMkLst>
            <pc:docMk/>
            <pc:sldMk cId="1627134945" sldId="257"/>
            <ac:picMk id="4" creationId="{54A9BEEE-1033-DF37-CF03-9AFEC46E8B82}"/>
          </ac:picMkLst>
        </pc:picChg>
        <pc:picChg chg="mod">
          <ac:chgData name="Kees van Immerzeel" userId="7fa01722dbc575f3" providerId="LiveId" clId="{A71950C6-FD9F-41D6-ABDD-4812B3B4153F}" dt="2025-01-21T09:42:29.881" v="17" actId="14826"/>
          <ac:picMkLst>
            <pc:docMk/>
            <pc:sldMk cId="1627134945" sldId="257"/>
            <ac:picMk id="5" creationId="{CFEEA79A-82EE-BB69-3760-E50BDB29E222}"/>
          </ac:picMkLst>
        </pc:picChg>
        <pc:picChg chg="mod">
          <ac:chgData name="Kees van Immerzeel" userId="7fa01722dbc575f3" providerId="LiveId" clId="{A71950C6-FD9F-41D6-ABDD-4812B3B4153F}" dt="2025-01-21T09:44:23.493" v="19" actId="14826"/>
          <ac:picMkLst>
            <pc:docMk/>
            <pc:sldMk cId="1627134945" sldId="257"/>
            <ac:picMk id="6" creationId="{017BA7C9-C513-FEB2-3BD1-BA3BBC145914}"/>
          </ac:picMkLst>
        </pc:picChg>
      </pc:sldChg>
      <pc:sldChg chg="addSp delSp modSp mod">
        <pc:chgData name="Kees van Immerzeel" userId="7fa01722dbc575f3" providerId="LiveId" clId="{A71950C6-FD9F-41D6-ABDD-4812B3B4153F}" dt="2025-01-21T09:46:35.630" v="25" actId="1076"/>
        <pc:sldMkLst>
          <pc:docMk/>
          <pc:sldMk cId="1072813890" sldId="259"/>
        </pc:sldMkLst>
        <pc:spChg chg="mod">
          <ac:chgData name="Kees van Immerzeel" userId="7fa01722dbc575f3" providerId="LiveId" clId="{A71950C6-FD9F-41D6-ABDD-4812B3B4153F}" dt="2025-01-21T09:41:14.023" v="10" actId="20577"/>
          <ac:spMkLst>
            <pc:docMk/>
            <pc:sldMk cId="1072813890" sldId="259"/>
            <ac:spMk id="7" creationId="{97EE7A6A-ECB4-151C-62C3-D90BD2A4B1C7}"/>
          </ac:spMkLst>
        </pc:spChg>
        <pc:spChg chg="mod">
          <ac:chgData name="Kees van Immerzeel" userId="7fa01722dbc575f3" providerId="LiveId" clId="{A71950C6-FD9F-41D6-ABDD-4812B3B4153F}" dt="2025-01-21T09:41:20.610" v="14" actId="20577"/>
          <ac:spMkLst>
            <pc:docMk/>
            <pc:sldMk cId="1072813890" sldId="259"/>
            <ac:spMk id="8" creationId="{D453B094-A3B3-C718-ED59-79A86F2424FF}"/>
          </ac:spMkLst>
        </pc:spChg>
        <pc:spChg chg="del topLvl">
          <ac:chgData name="Kees van Immerzeel" userId="7fa01722dbc575f3" providerId="LiveId" clId="{A71950C6-FD9F-41D6-ABDD-4812B3B4153F}" dt="2025-01-21T09:41:27.132" v="16" actId="478"/>
          <ac:spMkLst>
            <pc:docMk/>
            <pc:sldMk cId="1072813890" sldId="259"/>
            <ac:spMk id="9" creationId="{EAE87C84-2FD1-19CB-9F06-BC90DF1839FA}"/>
          </ac:spMkLst>
        </pc:spChg>
        <pc:grpChg chg="del">
          <ac:chgData name="Kees van Immerzeel" userId="7fa01722dbc575f3" providerId="LiveId" clId="{A71950C6-FD9F-41D6-ABDD-4812B3B4153F}" dt="2025-01-21T09:41:24.079" v="15" actId="478"/>
          <ac:grpSpMkLst>
            <pc:docMk/>
            <pc:sldMk cId="1072813890" sldId="259"/>
            <ac:grpSpMk id="14" creationId="{FBC2AFFF-C395-320F-35F7-6693DA22D28F}"/>
          </ac:grpSpMkLst>
        </pc:grpChg>
        <pc:picChg chg="mod">
          <ac:chgData name="Kees van Immerzeel" userId="7fa01722dbc575f3" providerId="LiveId" clId="{A71950C6-FD9F-41D6-ABDD-4812B3B4153F}" dt="2025-01-21T09:45:53.947" v="21" actId="14826"/>
          <ac:picMkLst>
            <pc:docMk/>
            <pc:sldMk cId="1072813890" sldId="259"/>
            <ac:picMk id="3" creationId="{089AA6C6-DDEE-F1BA-993F-E55ABE449FCE}"/>
          </ac:picMkLst>
        </pc:picChg>
        <pc:picChg chg="add del mod">
          <ac:chgData name="Kees van Immerzeel" userId="7fa01722dbc575f3" providerId="LiveId" clId="{A71950C6-FD9F-41D6-ABDD-4812B3B4153F}" dt="2025-01-21T09:46:35.630" v="25" actId="1076"/>
          <ac:picMkLst>
            <pc:docMk/>
            <pc:sldMk cId="1072813890" sldId="259"/>
            <ac:picMk id="4" creationId="{1DEC3CBB-3A28-D2B5-7A89-B1D863BF892F}"/>
          </ac:picMkLst>
        </pc:picChg>
        <pc:picChg chg="mod">
          <ac:chgData name="Kees van Immerzeel" userId="7fa01722dbc575f3" providerId="LiveId" clId="{A71950C6-FD9F-41D6-ABDD-4812B3B4153F}" dt="2025-01-21T09:45:14.496" v="20" actId="14826"/>
          <ac:picMkLst>
            <pc:docMk/>
            <pc:sldMk cId="1072813890" sldId="259"/>
            <ac:picMk id="5" creationId="{CFEEA79A-82EE-BB69-3760-E50BDB29E222}"/>
          </ac:picMkLst>
        </pc:picChg>
        <pc:picChg chg="del topLvl">
          <ac:chgData name="Kees van Immerzeel" userId="7fa01722dbc575f3" providerId="LiveId" clId="{A71950C6-FD9F-41D6-ABDD-4812B3B4153F}" dt="2025-01-21T09:41:24.079" v="15" actId="478"/>
          <ac:picMkLst>
            <pc:docMk/>
            <pc:sldMk cId="1072813890" sldId="259"/>
            <ac:picMk id="6" creationId="{017BA7C9-C513-FEB2-3BD1-BA3BBC145914}"/>
          </ac:picMkLst>
        </pc:picChg>
      </pc:sldChg>
      <pc:sldChg chg="addSp delSp modSp new mod">
        <pc:chgData name="Kees van Immerzeel" userId="7fa01722dbc575f3" providerId="LiveId" clId="{A71950C6-FD9F-41D6-ABDD-4812B3B4153F}" dt="2025-01-21T09:52:00.467" v="125" actId="1076"/>
        <pc:sldMkLst>
          <pc:docMk/>
          <pc:sldMk cId="4271304811" sldId="270"/>
        </pc:sldMkLst>
        <pc:spChg chg="add mod">
          <ac:chgData name="Kees van Immerzeel" userId="7fa01722dbc575f3" providerId="LiveId" clId="{A71950C6-FD9F-41D6-ABDD-4812B3B4153F}" dt="2025-01-21T09:49:56.149" v="110" actId="1076"/>
          <ac:spMkLst>
            <pc:docMk/>
            <pc:sldMk cId="4271304811" sldId="270"/>
            <ac:spMk id="4" creationId="{81C8CFCC-4956-6DAE-D9BE-A27469F06DFC}"/>
          </ac:spMkLst>
        </pc:spChg>
        <pc:spChg chg="add mod">
          <ac:chgData name="Kees van Immerzeel" userId="7fa01722dbc575f3" providerId="LiveId" clId="{A71950C6-FD9F-41D6-ABDD-4812B3B4153F}" dt="2025-01-21T09:52:00.467" v="125" actId="1076"/>
          <ac:spMkLst>
            <pc:docMk/>
            <pc:sldMk cId="4271304811" sldId="270"/>
            <ac:spMk id="5" creationId="{24F27958-7EA1-15D9-934A-9BD815C5D393}"/>
          </ac:spMkLst>
        </pc:spChg>
        <pc:spChg chg="add del mod">
          <ac:chgData name="Kees van Immerzeel" userId="7fa01722dbc575f3" providerId="LiveId" clId="{A71950C6-FD9F-41D6-ABDD-4812B3B4153F}" dt="2025-01-21T09:51:25.740" v="120" actId="478"/>
          <ac:spMkLst>
            <pc:docMk/>
            <pc:sldMk cId="4271304811" sldId="270"/>
            <ac:spMk id="6" creationId="{D19D50BC-FE7A-039A-DA1B-869109151794}"/>
          </ac:spMkLst>
        </pc:spChg>
        <pc:picChg chg="add mod">
          <ac:chgData name="Kees van Immerzeel" userId="7fa01722dbc575f3" providerId="LiveId" clId="{A71950C6-FD9F-41D6-ABDD-4812B3B4153F}" dt="2025-01-21T09:51:47.556" v="122" actId="1076"/>
          <ac:picMkLst>
            <pc:docMk/>
            <pc:sldMk cId="4271304811" sldId="270"/>
            <ac:picMk id="3" creationId="{A6F05E9B-1C5E-8C5C-5037-B24D03012B4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3E3B7-02FA-9EC1-9EAE-08858F4C5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6BCB78C-5E28-08D1-1AA0-892AA74A95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D0C6A3F-4662-BF1E-DF22-AA220B8C6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D60E3B3-B374-A652-E569-185773107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DC5F1FC-47E9-938A-5E0A-A7D37D77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394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7306EC-5372-DC04-DD71-E96A6D0E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96C5B98-51A7-0B66-3440-0BD69313D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C285341-EBB1-B6BA-0D5D-CD1CDF7CA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555D8F8-F4C0-E47B-B65D-CC5264C7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21B566-5396-45AE-82E9-50E3191C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82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8A5CFE-58FD-5CDB-4AED-4A40276EE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0FE5DD-C479-F779-C8A2-8330DE24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DE5FBF-6D7C-2646-C46E-DE8B5C5DA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B09224E-BC9E-B7E7-0831-8B7A0D1A1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BE8F307-9B6B-00DC-DC7B-117201DB1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0064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1FEFF8-1750-082F-90F7-F3D15C20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284B61-18D2-3486-1AB1-5D19BB9161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2A4FA39-D825-8AE8-EF4D-7FA826C3C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55E69F6-9683-1B72-29C0-A5C6B5036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5937027-5810-0D3D-273C-12F660B6A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05BF4CA-9D0F-B03E-0616-C5EBB9C3F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3399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F3B17-025E-1FD7-8FCE-05E3630E5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1B8580B-91E0-936C-D040-1236288F4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49C3A0B-2838-6D0F-B9FD-1BBACDD68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B9C7F08-B235-1A6E-C1EE-165987FE26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00A2800-805F-267D-DE95-A099596D50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4ABF69C-8509-F93F-0D21-6BB27A1D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3A2E1B2-6193-788D-30F0-161D52B8B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FCF653D-94C9-0F29-4E1A-9920DD6F8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4515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C73429-E4B7-6D61-CEA1-B4AFD6A6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20584251-39C1-C6E3-6635-D83999A0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A1E37AC-501B-55DE-A2E9-CF11F4DE1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1803067-D157-253E-DC24-B187345AF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3326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E2419E3-B48A-3C56-F5E5-22FF3EF7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B45759D-FF8F-C6EE-21D8-D58E00E09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5583D80-E5C8-5002-CC87-FDA8C76DA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1745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BAE45-C018-D4D3-9C68-FD9048B31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1E629ED-5E3A-5C62-EA65-60EF5DFE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558D005-E417-D8D2-1A39-2894BBD51D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8CFC4D7-1F2B-2433-BFD7-329199B6E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257CE5E-BE76-10B1-FE52-B1CA0C179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106B84C-058F-2BB3-5F8B-AD7A5300A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968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7C472-DFBD-CCE0-8B3B-62CAFE66A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2084E88B-C8F8-3F30-5363-0DEBB8AF5F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35BE562-E43E-4D01-6178-E2FB0B15B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DA47160-F792-1677-6DEE-AC1FAF81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6DDF178-1BFF-4659-BF91-8ABAFCFCF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49B3CA9-7C1A-110F-8CC8-F30460538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52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1C4951-3434-A22A-DE88-E0CD867AF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561B40B-6928-7883-1736-722352FD9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74B94B6-EDB8-5F10-1FF2-CE4C1AA0A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C4D3C4-651B-4595-6848-7FFF97C9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E1DED63-717C-154B-77AB-DD4DAF54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5259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AC9C1E7D-A62E-6586-769B-A36C52ABEA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C7FDBB3-CB94-B93E-8DCA-A8AAEEC5B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6142479-1178-24E6-38B1-F081A8EB1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F2CD2CA-61BC-F27B-C19D-8A58D9E91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0A56DE1-0211-BAE5-02FF-8CE10A8CE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892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81CE0F5-2B84-4480-5EB2-226915235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DE19302-B342-E2EB-B071-9404A9EAF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3BAE898-F19D-28A7-04E1-17946383F2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E102CD6-CAFF-44BE-FC33-C853C39D75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652AE19-28A2-57F7-39D9-54C49EFFEF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84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917D6-BA4D-7516-6C03-8F3B1012D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SCS-methode: input</a:t>
            </a:r>
          </a:p>
        </p:txBody>
      </p:sp>
    </p:spTree>
    <p:extLst>
      <p:ext uri="{BB962C8B-B14F-4D97-AF65-F5344CB8AC3E}">
        <p14:creationId xmlns:p14="http://schemas.microsoft.com/office/powerpoint/2010/main" val="2671281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94" y="266061"/>
            <a:ext cx="3227197" cy="6325878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434" y="5036543"/>
            <a:ext cx="1193248" cy="147962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742434" y="4257126"/>
            <a:ext cx="2259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Bofek code</a:t>
            </a:r>
          </a:p>
        </p:txBody>
      </p:sp>
    </p:spTree>
    <p:extLst>
      <p:ext uri="{BB962C8B-B14F-4D97-AF65-F5344CB8AC3E}">
        <p14:creationId xmlns:p14="http://schemas.microsoft.com/office/powerpoint/2010/main" val="2307731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128" y="266061"/>
            <a:ext cx="3219928" cy="6325878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66435" y="4605477"/>
            <a:ext cx="1478896" cy="1910691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GHG</a:t>
            </a:r>
          </a:p>
        </p:txBody>
      </p:sp>
    </p:spTree>
    <p:extLst>
      <p:ext uri="{BB962C8B-B14F-4D97-AF65-F5344CB8AC3E}">
        <p14:creationId xmlns:p14="http://schemas.microsoft.com/office/powerpoint/2010/main" val="413373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128" y="393263"/>
            <a:ext cx="321992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66435" y="5245330"/>
            <a:ext cx="1137242" cy="901949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25918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Buisdrainage</a:t>
            </a:r>
          </a:p>
        </p:txBody>
      </p:sp>
    </p:spTree>
    <p:extLst>
      <p:ext uri="{BB962C8B-B14F-4D97-AF65-F5344CB8AC3E}">
        <p14:creationId xmlns:p14="http://schemas.microsoft.com/office/powerpoint/2010/main" val="17020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0753" y="393263"/>
            <a:ext cx="306667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82002" y="4700928"/>
            <a:ext cx="723496" cy="1600042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32054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Grondwatertrap</a:t>
            </a:r>
          </a:p>
        </p:txBody>
      </p:sp>
    </p:spTree>
    <p:extLst>
      <p:ext uri="{BB962C8B-B14F-4D97-AF65-F5344CB8AC3E}">
        <p14:creationId xmlns:p14="http://schemas.microsoft.com/office/powerpoint/2010/main" val="2529483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4245" y="393263"/>
            <a:ext cx="3059694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20193" y="5278582"/>
            <a:ext cx="3465850" cy="1111459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512127" y="4531447"/>
            <a:ext cx="2487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Landgebruik</a:t>
            </a:r>
          </a:p>
        </p:txBody>
      </p:sp>
    </p:spTree>
    <p:extLst>
      <p:ext uri="{BB962C8B-B14F-4D97-AF65-F5344CB8AC3E}">
        <p14:creationId xmlns:p14="http://schemas.microsoft.com/office/powerpoint/2010/main" val="103240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7648" y="393263"/>
            <a:ext cx="305288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3738" y="4524794"/>
            <a:ext cx="1340153" cy="1939943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00403" y="3725113"/>
            <a:ext cx="2737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Terreinhelling</a:t>
            </a:r>
          </a:p>
        </p:txBody>
      </p:sp>
    </p:spTree>
    <p:extLst>
      <p:ext uri="{BB962C8B-B14F-4D97-AF65-F5344CB8AC3E}">
        <p14:creationId xmlns:p14="http://schemas.microsoft.com/office/powerpoint/2010/main" val="401400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943" y="393263"/>
            <a:ext cx="3032298" cy="6071474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00403" y="3725113"/>
            <a:ext cx="29209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Afgelegde weg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699C92B-E5AA-8756-D74D-BBBD13BF9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03" y="4602432"/>
            <a:ext cx="1189806" cy="186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01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917D6-BA4D-7516-6C03-8F3B1012D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03508"/>
          </a:xfrm>
        </p:spPr>
        <p:txBody>
          <a:bodyPr>
            <a:normAutofit/>
          </a:bodyPr>
          <a:lstStyle/>
          <a:p>
            <a:r>
              <a:rPr lang="nl-NL" dirty="0"/>
              <a:t>SCS-methode: output</a:t>
            </a:r>
            <a:br>
              <a:rPr lang="nl-NL" dirty="0"/>
            </a:br>
            <a:r>
              <a:rPr lang="nl-NL" sz="2700" dirty="0"/>
              <a:t>Bui met duur van 2 uur en</a:t>
            </a:r>
            <a:br>
              <a:rPr lang="nl-NL" sz="2700" dirty="0"/>
            </a:br>
            <a:r>
              <a:rPr lang="nl-NL" sz="2700" dirty="0"/>
              <a:t>Herhalingstijd 1x per 100 jaar</a:t>
            </a:r>
            <a:br>
              <a:rPr lang="nl-NL" sz="2700" dirty="0"/>
            </a:br>
            <a:r>
              <a:rPr lang="nl-NL" sz="2700" dirty="0"/>
              <a:t>Wintersituatie</a:t>
            </a:r>
          </a:p>
        </p:txBody>
      </p:sp>
    </p:spTree>
    <p:extLst>
      <p:ext uri="{BB962C8B-B14F-4D97-AF65-F5344CB8AC3E}">
        <p14:creationId xmlns:p14="http://schemas.microsoft.com/office/powerpoint/2010/main" val="1346098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11">
            <a:extLst>
              <a:ext uri="{FF2B5EF4-FFF2-40B4-BE49-F238E27FC236}">
                <a16:creationId xmlns:a16="http://schemas.microsoft.com/office/drawing/2014/main" id="{2974B8B4-AA1E-2160-2E8F-061D2E9998E0}"/>
              </a:ext>
            </a:extLst>
          </p:cNvPr>
          <p:cNvGrpSpPr/>
          <p:nvPr/>
        </p:nvGrpSpPr>
        <p:grpSpPr>
          <a:xfrm>
            <a:off x="5681" y="0"/>
            <a:ext cx="3456587" cy="6610344"/>
            <a:chOff x="0" y="74591"/>
            <a:chExt cx="3456587" cy="6610344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CFEEA79A-82EE-BB69-3760-E50BDB29E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3674" y="74591"/>
              <a:ext cx="3422913" cy="6610344"/>
            </a:xfrm>
            <a:prstGeom prst="rect">
              <a:avLst/>
            </a:prstGeom>
          </p:spPr>
        </p:pic>
        <p:sp>
          <p:nvSpPr>
            <p:cNvPr id="7" name="Tekstvak 6">
              <a:extLst>
                <a:ext uri="{FF2B5EF4-FFF2-40B4-BE49-F238E27FC236}">
                  <a16:creationId xmlns:a16="http://schemas.microsoft.com/office/drawing/2014/main" id="{97EE7A6A-ECB4-151C-62C3-D90BD2A4B1C7}"/>
                </a:ext>
              </a:extLst>
            </p:cNvPr>
            <p:cNvSpPr txBox="1"/>
            <p:nvPr/>
          </p:nvSpPr>
          <p:spPr>
            <a:xfrm>
              <a:off x="0" y="166255"/>
              <a:ext cx="668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t=5 u</a:t>
              </a:r>
            </a:p>
          </p:txBody>
        </p:sp>
      </p:grpSp>
      <p:grpSp>
        <p:nvGrpSpPr>
          <p:cNvPr id="13" name="Groep 12">
            <a:extLst>
              <a:ext uri="{FF2B5EF4-FFF2-40B4-BE49-F238E27FC236}">
                <a16:creationId xmlns:a16="http://schemas.microsoft.com/office/drawing/2014/main" id="{008A9B5D-650B-5807-0230-A7FAC0AEBF60}"/>
              </a:ext>
            </a:extLst>
          </p:cNvPr>
          <p:cNvGrpSpPr/>
          <p:nvPr/>
        </p:nvGrpSpPr>
        <p:grpSpPr>
          <a:xfrm>
            <a:off x="3347884" y="165680"/>
            <a:ext cx="3401290" cy="6759526"/>
            <a:chOff x="2396534" y="49237"/>
            <a:chExt cx="3401290" cy="6759526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089AA6C6-DDEE-F1BA-993F-E55ABE449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96534" y="49237"/>
              <a:ext cx="3401290" cy="6759526"/>
            </a:xfrm>
            <a:prstGeom prst="rect">
              <a:avLst/>
            </a:prstGeom>
          </p:spPr>
        </p:pic>
        <p:sp>
          <p:nvSpPr>
            <p:cNvPr id="8" name="Tekstvak 7">
              <a:extLst>
                <a:ext uri="{FF2B5EF4-FFF2-40B4-BE49-F238E27FC236}">
                  <a16:creationId xmlns:a16="http://schemas.microsoft.com/office/drawing/2014/main" id="{D453B094-A3B3-C718-ED59-79A86F2424FF}"/>
                </a:ext>
              </a:extLst>
            </p:cNvPr>
            <p:cNvSpPr txBox="1"/>
            <p:nvPr/>
          </p:nvSpPr>
          <p:spPr>
            <a:xfrm>
              <a:off x="2625302" y="79978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t=10 u</a:t>
              </a:r>
            </a:p>
          </p:txBody>
        </p:sp>
      </p:grpSp>
      <p:grpSp>
        <p:nvGrpSpPr>
          <p:cNvPr id="14" name="Groep 13">
            <a:extLst>
              <a:ext uri="{FF2B5EF4-FFF2-40B4-BE49-F238E27FC236}">
                <a16:creationId xmlns:a16="http://schemas.microsoft.com/office/drawing/2014/main" id="{FBC2AFFF-C395-320F-35F7-6693DA22D28F}"/>
              </a:ext>
            </a:extLst>
          </p:cNvPr>
          <p:cNvGrpSpPr/>
          <p:nvPr/>
        </p:nvGrpSpPr>
        <p:grpSpPr>
          <a:xfrm>
            <a:off x="6745057" y="165680"/>
            <a:ext cx="3154543" cy="6308597"/>
            <a:chOff x="5019390" y="102252"/>
            <a:chExt cx="3154543" cy="6308597"/>
          </a:xfrm>
        </p:grpSpPr>
        <p:pic>
          <p:nvPicPr>
            <p:cNvPr id="6" name="Afbeelding 5">
              <a:extLst>
                <a:ext uri="{FF2B5EF4-FFF2-40B4-BE49-F238E27FC236}">
                  <a16:creationId xmlns:a16="http://schemas.microsoft.com/office/drawing/2014/main" id="{017BA7C9-C513-FEB2-3BD1-BA3BBC145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19390" y="447151"/>
              <a:ext cx="3154543" cy="5963698"/>
            </a:xfrm>
            <a:prstGeom prst="rect">
              <a:avLst/>
            </a:prstGeom>
          </p:spPr>
        </p:pic>
        <p:sp>
          <p:nvSpPr>
            <p:cNvPr id="9" name="Tekstvak 8">
              <a:extLst>
                <a:ext uri="{FF2B5EF4-FFF2-40B4-BE49-F238E27FC236}">
                  <a16:creationId xmlns:a16="http://schemas.microsoft.com/office/drawing/2014/main" id="{EAE87C84-2FD1-19CB-9F06-BC90DF1839FA}"/>
                </a:ext>
              </a:extLst>
            </p:cNvPr>
            <p:cNvSpPr txBox="1"/>
            <p:nvPr/>
          </p:nvSpPr>
          <p:spPr>
            <a:xfrm>
              <a:off x="5032382" y="102252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t=20 u</a:t>
              </a:r>
            </a:p>
          </p:txBody>
        </p:sp>
      </p:grpSp>
      <p:pic>
        <p:nvPicPr>
          <p:cNvPr id="4" name="Afbeelding 3">
            <a:extLst>
              <a:ext uri="{FF2B5EF4-FFF2-40B4-BE49-F238E27FC236}">
                <a16:creationId xmlns:a16="http://schemas.microsoft.com/office/drawing/2014/main" id="{54A9BEEE-1033-DF37-CF03-9AFEC46E8B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57703" y="3168901"/>
            <a:ext cx="1885989" cy="348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3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11">
            <a:extLst>
              <a:ext uri="{FF2B5EF4-FFF2-40B4-BE49-F238E27FC236}">
                <a16:creationId xmlns:a16="http://schemas.microsoft.com/office/drawing/2014/main" id="{2974B8B4-AA1E-2160-2E8F-061D2E9998E0}"/>
              </a:ext>
            </a:extLst>
          </p:cNvPr>
          <p:cNvGrpSpPr/>
          <p:nvPr/>
        </p:nvGrpSpPr>
        <p:grpSpPr>
          <a:xfrm>
            <a:off x="0" y="184666"/>
            <a:ext cx="3321332" cy="6422061"/>
            <a:chOff x="0" y="166255"/>
            <a:chExt cx="3321332" cy="6422061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CFEEA79A-82EE-BB69-3760-E50BDB29E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8929" y="171210"/>
              <a:ext cx="3152403" cy="6417106"/>
            </a:xfrm>
            <a:prstGeom prst="rect">
              <a:avLst/>
            </a:prstGeom>
          </p:spPr>
        </p:pic>
        <p:sp>
          <p:nvSpPr>
            <p:cNvPr id="7" name="Tekstvak 6">
              <a:extLst>
                <a:ext uri="{FF2B5EF4-FFF2-40B4-BE49-F238E27FC236}">
                  <a16:creationId xmlns:a16="http://schemas.microsoft.com/office/drawing/2014/main" id="{97EE7A6A-ECB4-151C-62C3-D90BD2A4B1C7}"/>
                </a:ext>
              </a:extLst>
            </p:cNvPr>
            <p:cNvSpPr txBox="1"/>
            <p:nvPr/>
          </p:nvSpPr>
          <p:spPr>
            <a:xfrm>
              <a:off x="0" y="166255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t=30 u</a:t>
              </a:r>
            </a:p>
          </p:txBody>
        </p:sp>
      </p:grpSp>
      <p:grpSp>
        <p:nvGrpSpPr>
          <p:cNvPr id="13" name="Groep 12">
            <a:extLst>
              <a:ext uri="{FF2B5EF4-FFF2-40B4-BE49-F238E27FC236}">
                <a16:creationId xmlns:a16="http://schemas.microsoft.com/office/drawing/2014/main" id="{008A9B5D-650B-5807-0230-A7FAC0AEBF60}"/>
              </a:ext>
            </a:extLst>
          </p:cNvPr>
          <p:cNvGrpSpPr/>
          <p:nvPr/>
        </p:nvGrpSpPr>
        <p:grpSpPr>
          <a:xfrm>
            <a:off x="3508039" y="98474"/>
            <a:ext cx="3336543" cy="6759526"/>
            <a:chOff x="2428907" y="49237"/>
            <a:chExt cx="3336543" cy="6759526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089AA6C6-DDEE-F1BA-993F-E55ABE449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428907" y="49237"/>
              <a:ext cx="3336543" cy="6759526"/>
            </a:xfrm>
            <a:prstGeom prst="rect">
              <a:avLst/>
            </a:prstGeom>
          </p:spPr>
        </p:pic>
        <p:sp>
          <p:nvSpPr>
            <p:cNvPr id="8" name="Tekstvak 7">
              <a:extLst>
                <a:ext uri="{FF2B5EF4-FFF2-40B4-BE49-F238E27FC236}">
                  <a16:creationId xmlns:a16="http://schemas.microsoft.com/office/drawing/2014/main" id="{D453B094-A3B3-C718-ED59-79A86F2424FF}"/>
                </a:ext>
              </a:extLst>
            </p:cNvPr>
            <p:cNvSpPr txBox="1"/>
            <p:nvPr/>
          </p:nvSpPr>
          <p:spPr>
            <a:xfrm>
              <a:off x="2625302" y="79978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t=40 u</a:t>
              </a:r>
            </a:p>
          </p:txBody>
        </p:sp>
      </p:grpSp>
      <p:pic>
        <p:nvPicPr>
          <p:cNvPr id="4" name="Afbeelding 3">
            <a:extLst>
              <a:ext uri="{FF2B5EF4-FFF2-40B4-BE49-F238E27FC236}">
                <a16:creationId xmlns:a16="http://schemas.microsoft.com/office/drawing/2014/main" id="{1DEC3CBB-3A28-D2B5-7A89-B1D863BF89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48731" y="3325198"/>
            <a:ext cx="1778015" cy="32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813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5799605-919C-1109-4419-C968AD3B1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62943" y="733710"/>
            <a:ext cx="8512330" cy="493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7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6F05E9B-1C5E-8C5C-5037-B24D03012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13" y="557093"/>
            <a:ext cx="7918315" cy="5226388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81C8CFCC-4956-6DAE-D9BE-A27469F06DFC}"/>
              </a:ext>
            </a:extLst>
          </p:cNvPr>
          <p:cNvSpPr txBox="1"/>
          <p:nvPr/>
        </p:nvSpPr>
        <p:spPr>
          <a:xfrm>
            <a:off x="1905807" y="6349545"/>
            <a:ext cx="7839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Bron: Hydrologische rapportage Beekherstel Groote Beerze, RHDHV 27 sept. 2019.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24F27958-7EA1-15D9-934A-9BD815C5D393}"/>
              </a:ext>
            </a:extLst>
          </p:cNvPr>
          <p:cNvSpPr/>
          <p:nvPr/>
        </p:nvSpPr>
        <p:spPr>
          <a:xfrm>
            <a:off x="7500027" y="3272662"/>
            <a:ext cx="1838527" cy="312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30481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65</Words>
  <Application>Microsoft Office PowerPoint</Application>
  <PresentationFormat>Breedbeeld</PresentationFormat>
  <Paragraphs>15</Paragraphs>
  <Slides>13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Kantoorthema</vt:lpstr>
      <vt:lpstr>SCS-methode: input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SCS-methode: output Bui met duur van 2 uur en Herhalingstijd 1x per 100 jaar Wintersituatie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Immerzeel, Kees van</dc:creator>
  <cp:lastModifiedBy>Immerzeel, Kees van</cp:lastModifiedBy>
  <cp:revision>4</cp:revision>
  <dcterms:created xsi:type="dcterms:W3CDTF">2025-01-16T15:32:29Z</dcterms:created>
  <dcterms:modified xsi:type="dcterms:W3CDTF">2025-01-21T16:35:32Z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3f08ec5-d6d9-4227-8387-ccbfcb3632c4_Enabled">
    <vt:lpwstr>true</vt:lpwstr>
  </property>
  <property fmtid="{D5CDD505-2E9C-101B-9397-08002B2CF9AE}" pid="3" name="MSIP_Label_43f08ec5-d6d9-4227-8387-ccbfcb3632c4_SetDate">
    <vt:lpwstr>2025-01-16T15:38:18Z</vt:lpwstr>
  </property>
  <property fmtid="{D5CDD505-2E9C-101B-9397-08002B2CF9AE}" pid="4" name="MSIP_Label_43f08ec5-d6d9-4227-8387-ccbfcb3632c4_Method">
    <vt:lpwstr>Standard</vt:lpwstr>
  </property>
  <property fmtid="{D5CDD505-2E9C-101B-9397-08002B2CF9AE}" pid="5" name="MSIP_Label_43f08ec5-d6d9-4227-8387-ccbfcb3632c4_Name">
    <vt:lpwstr>Sweco Restricted</vt:lpwstr>
  </property>
  <property fmtid="{D5CDD505-2E9C-101B-9397-08002B2CF9AE}" pid="6" name="MSIP_Label_43f08ec5-d6d9-4227-8387-ccbfcb3632c4_SiteId">
    <vt:lpwstr>b7872ef0-9a00-4c18-8a4a-c7d25c778a9e</vt:lpwstr>
  </property>
  <property fmtid="{D5CDD505-2E9C-101B-9397-08002B2CF9AE}" pid="7" name="MSIP_Label_43f08ec5-d6d9-4227-8387-ccbfcb3632c4_ActionId">
    <vt:lpwstr>288c21bd-02ee-4f2b-b37a-1b19035189ad</vt:lpwstr>
  </property>
  <property fmtid="{D5CDD505-2E9C-101B-9397-08002B2CF9AE}" pid="8" name="MSIP_Label_43f08ec5-d6d9-4227-8387-ccbfcb3632c4_ContentBits">
    <vt:lpwstr>0</vt:lpwstr>
  </property>
</Properties>
</file>